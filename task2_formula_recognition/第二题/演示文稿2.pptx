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69" r:id="rId4"/>
    <p:sldId id="264" r:id="rId5"/>
    <p:sldId id="265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6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18B85-08D6-08A7-849A-0DAAE2F98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65C79D-741B-13DD-C00D-3B05A2CBC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10980-6706-B71B-F61D-FE034475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D9B349-D751-0A7C-43A2-8E1B4B9F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13B89-18F7-8357-1AFE-4BB83C4B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11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7ECE5-AECE-D15F-DE1D-6587A733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BF836-D726-038D-0780-30CFF4F7C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6888D-6163-E184-B97A-2246F91F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1A877-3F01-5F00-65D5-CFA42E67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3C199-0939-C04B-A581-FFE3D6EA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89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301BB-43CA-AF87-5960-13F4B9CA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3DEB70-27A3-0190-681F-C29943F3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289593-5A51-2522-4520-7EF09BBD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1CB64-0AC7-77F1-5121-9C65A424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0A8DD-949E-FCC9-8BE9-02672AC2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35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D74D9-F1A8-5F4C-2C3C-803FE346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F336C-60B6-328C-7F3F-D60C2998D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5A9AAE-2B31-95E3-ECDE-864FA43A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EA744D-8FAD-6E35-5952-86B7359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26A2A2-D5F4-456B-38CF-49A6B1733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504A3-DAA8-BF54-AD60-8508A29B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92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7ACA1-5463-FFF1-3AE0-6CDC9E0C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F0E14E-A436-C7B0-3014-CEF179C5C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8A7509-1E7C-D5DD-B6BC-C242C8C60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AFD72E-D4CB-D074-9B10-10BB20EF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CC2726-EC58-4FB9-B6D0-C7B624393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AD3E57-3085-5C7B-6EB5-B95B08AC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41E331-0081-DC21-AF89-AA9C5F4F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33E1EB-9EC7-DC2C-F504-3768AA18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66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31E4D-0960-5C1A-83ED-5BF1B161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A74358-BE2B-CC33-B214-6A33D225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6A824F-52BF-B1F9-35D5-9215E1E1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8C03AC-1CB0-6C83-CA9B-24CACDE0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29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2FDE44-DBBC-8B28-C59D-279E05E7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C2BE2A-4F60-AABE-0041-AA90C938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85591-C71E-5DEC-F790-55A0A2CF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0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69308-FB57-D91A-3C61-3D2548B1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C25A1-FB0A-4067-0DE9-BC5F4879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ADB7C7-D909-2DB8-3707-47F9650CB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39A82E-6E6D-5463-F7DF-F611E77B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5B820-D92C-47AD-F96D-F964E06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63DE2-F7A0-F41C-24E3-0997A2C8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1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36E83-841C-BD81-C7E9-03920582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20855-042A-3565-6591-54F34DFD1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2D577F-CEB3-F9E1-D856-EF3F0954F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115A1F-BD99-3572-1CCD-F55821D9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BBCEC-563C-9D6A-A562-885D4B31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0198C0-C016-36FF-839B-3D137F98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87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27E92-704F-681F-B9B5-30F830B2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56807-5593-5264-45B5-EC90FCAB5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DA39C-57B4-9CCC-9476-E12C191D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569B8-2E2C-F905-4C76-8B7191AC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66CE9-EFCB-414A-7BCB-B7CCDB09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72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9F4AD2-96AE-5ECB-9429-1B249E5A7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7A1B5D-2A9D-7E8F-45A1-F3511FF2E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7FCBD-660A-4D00-EC43-D8377FD6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8D5A5-63D4-779A-05C1-532244D7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6C47A-4ED0-EB15-4B66-78C112F6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6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19CD78-5F5B-5BF0-041A-855606D7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E540C7-8CB9-8921-4A4E-63EC6A4C9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8DB09-C81C-A603-FB21-6FA9EE20F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06797-E390-4E5A-9E19-F3143BC08D31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28C57-6F86-A5AA-0035-CD3C438F7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3973-1E1F-A9B4-3685-A548EF9C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229F-FCEA-412F-86A9-8ADB07938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89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853D-EC3F-E339-D0D3-5A3C9DBF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76368D9D-A22A-3C40-D2D6-2F4D32931C0F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 rot="1375393">
                <a:off x="820722" y="2663736"/>
                <a:ext cx="11091056" cy="1033116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358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÷3×61+2=</m:t>
                      </m:r>
                    </m:oMath>
                  </m:oMathPara>
                </a14:m>
                <a:br>
                  <a:rPr lang="zh-CN" altLang="zh-CN" dirty="0"/>
                </a:br>
                <a:endParaRPr lang="zh-CN" altLang="en-US" sz="4400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76368D9D-A22A-3C40-D2D6-2F4D32931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 rot="1375393">
                <a:off x="820722" y="2663736"/>
                <a:ext cx="11091056" cy="10331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2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F207B-ECB4-93A4-D3A5-52D8DADB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46EAB1E1-C849-97DB-3A82-A1C3A33FBC23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 rot="20258534">
                <a:off x="-467215" y="2398561"/>
                <a:ext cx="14019056" cy="1097135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zh-CN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altLang="zh-CN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4800" i="1"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US" altLang="zh-CN" sz="4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d>
                          <m:r>
                            <a:rPr lang="en-US" altLang="zh-CN" sz="4800" i="1">
                              <a:latin typeface="Cambria Math" panose="02040503050406030204" pitchFamily="18" charset="0"/>
                            </a:rPr>
                            <m:t>×4−6−</m:t>
                          </m:r>
                          <m:d>
                            <m:dPr>
                              <m:ctrlPr>
                                <a:rPr lang="en-US" altLang="zh-CN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4800" i="1">
                                  <a:latin typeface="Cambria Math" panose="02040503050406030204" pitchFamily="18" charset="0"/>
                                </a:rPr>
                                <m:t>−14</m:t>
                              </m:r>
                            </m:e>
                          </m:d>
                          <m:r>
                            <a:rPr lang="en-US" altLang="zh-CN" sz="4800" i="1">
                              <a:latin typeface="Cambria Math" panose="02040503050406030204" pitchFamily="18" charset="0"/>
                            </a:rPr>
                            <m:t>×2</m:t>
                          </m:r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4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4800" i="1">
                              <a:latin typeface="Cambria Math" panose="02040503050406030204" pitchFamily="18" charset="0"/>
                            </a:rPr>
                            <m:t>÷5</m:t>
                          </m:r>
                        </m:e>
                      </m:rad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+3=</m:t>
                      </m:r>
                    </m:oMath>
                  </m:oMathPara>
                </a14:m>
                <a:endParaRPr lang="zh-CN" altLang="en-US" sz="5400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46EAB1E1-C849-97DB-3A82-A1C3A33FB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 rot="20258534">
                <a:off x="-467215" y="2398561"/>
                <a:ext cx="14019056" cy="109713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0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BEEB-7413-50C7-39ED-30EF809A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09B004F-85A3-E00C-FE6A-D9246A6C2F55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-688971" y="2499360"/>
                <a:ext cx="12740640" cy="185928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358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÷3×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+2=</m:t>
                      </m:r>
                    </m:oMath>
                  </m:oMathPara>
                </a14:m>
                <a:br>
                  <a:rPr lang="zh-CN" altLang="zh-CN" dirty="0"/>
                </a:br>
                <a:endParaRPr lang="zh-CN" altLang="en-US" sz="4400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09B004F-85A3-E00C-FE6A-D9246A6C2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-688971" y="2499360"/>
                <a:ext cx="12740640" cy="185928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4BFFD6-49A6-30FB-A218-7BEAB65FE8FD}"/>
                  </a:ext>
                </a:extLst>
              </p:cNvPr>
              <p:cNvSpPr txBox="1"/>
              <p:nvPr/>
            </p:nvSpPr>
            <p:spPr>
              <a:xfrm rot="20525924">
                <a:off x="2988366" y="3363604"/>
                <a:ext cx="689113" cy="10156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6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6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4BFFD6-49A6-30FB-A218-7BEAB65FE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25924">
                <a:off x="2988366" y="3363604"/>
                <a:ext cx="689113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8ACFA48-A78C-22E2-1C03-1F87C0F431B7}"/>
                  </a:ext>
                </a:extLst>
              </p:cNvPr>
              <p:cNvSpPr txBox="1"/>
              <p:nvPr/>
            </p:nvSpPr>
            <p:spPr>
              <a:xfrm rot="822882">
                <a:off x="4347353" y="3363603"/>
                <a:ext cx="1803085" cy="10156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6000" b="0" i="1" smtClean="0">
                          <a:latin typeface="Cambria Math" panose="02040503050406030204" pitchFamily="18" charset="0"/>
                        </a:rPr>
                        <m:t>1098</m:t>
                      </m:r>
                    </m:oMath>
                  </m:oMathPara>
                </a14:m>
                <a:endParaRPr lang="zh-CN" altLang="en-US" sz="6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8ACFA48-A78C-22E2-1C03-1F87C0F43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22882">
                <a:off x="4347353" y="3363603"/>
                <a:ext cx="1803085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76D33E-E1CB-19AF-4729-4334BB484BFE}"/>
                  </a:ext>
                </a:extLst>
              </p:cNvPr>
              <p:cNvSpPr txBox="1"/>
              <p:nvPr/>
            </p:nvSpPr>
            <p:spPr>
              <a:xfrm rot="19336886">
                <a:off x="10004238" y="3363603"/>
                <a:ext cx="573332" cy="10156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6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6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76D33E-E1CB-19AF-4729-4334BB484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36886">
                <a:off x="10004238" y="3363603"/>
                <a:ext cx="573332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21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1947E-E1B5-7F5D-CF7B-A9B21EE8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384C442F-013D-3DB1-FE34-F173003E4262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0" y="2716530"/>
                <a:ext cx="11856720" cy="1203960"/>
              </a:xfrm>
            </p:spPr>
            <p:txBody>
              <a:bodyPr>
                <a:normAutofit fontScale="9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8000" i="1">
                          <a:latin typeface="Cambria Math" panose="02040503050406030204" pitchFamily="18" charset="0"/>
                        </a:rPr>
                        <m:t>8+13−</m:t>
                      </m:r>
                      <m:r>
                        <a:rPr lang="en-US" altLang="zh-CN" sz="800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altLang="zh-CN" sz="8000" i="1">
                          <a:latin typeface="Cambria Math" panose="02040503050406030204" pitchFamily="18" charset="0"/>
                        </a:rPr>
                        <m:t>÷3×61+</m:t>
                      </m:r>
                      <m:r>
                        <a:rPr lang="en-US" altLang="zh-CN" sz="8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8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zh-CN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384C442F-013D-3DB1-FE34-F173003E42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0" y="2716530"/>
                <a:ext cx="11856720" cy="12039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E94378-1CE8-8950-4003-55A4E213E842}"/>
                  </a:ext>
                </a:extLst>
              </p:cNvPr>
              <p:cNvSpPr txBox="1"/>
              <p:nvPr/>
            </p:nvSpPr>
            <p:spPr>
              <a:xfrm rot="1695295">
                <a:off x="4312739" y="2718343"/>
                <a:ext cx="1089989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E94378-1CE8-8950-4003-55A4E213E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5295">
                <a:off x="4312739" y="2718343"/>
                <a:ext cx="1089989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26E16F-30D7-FCB4-3F06-EF0B07DE6D02}"/>
                  </a:ext>
                </a:extLst>
              </p:cNvPr>
              <p:cNvSpPr txBox="1"/>
              <p:nvPr/>
            </p:nvSpPr>
            <p:spPr>
              <a:xfrm rot="12779411">
                <a:off x="6450023" y="2718344"/>
                <a:ext cx="689113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6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26E16F-30D7-FCB4-3F06-EF0B07DE6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779411">
                <a:off x="6450023" y="2718344"/>
                <a:ext cx="689113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F7AB387-07BF-31AC-C504-72612B2A2E9B}"/>
                  </a:ext>
                </a:extLst>
              </p:cNvPr>
              <p:cNvSpPr txBox="1"/>
              <p:nvPr/>
            </p:nvSpPr>
            <p:spPr>
              <a:xfrm rot="10800000">
                <a:off x="2308744" y="2720161"/>
                <a:ext cx="1089989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F7AB387-07BF-31AC-C504-72612B2A2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2308744" y="2720161"/>
                <a:ext cx="1089989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AA3234-C2EB-186C-A4E3-4694F9B6C9C0}"/>
                  </a:ext>
                </a:extLst>
              </p:cNvPr>
              <p:cNvSpPr txBox="1"/>
              <p:nvPr/>
            </p:nvSpPr>
            <p:spPr>
              <a:xfrm rot="1695916">
                <a:off x="219228" y="2622663"/>
                <a:ext cx="1089989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74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AA3234-C2EB-186C-A4E3-4694F9B6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5916">
                <a:off x="219228" y="2622663"/>
                <a:ext cx="1089989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9590D42-34EA-8F48-96EA-F32288FD3F58}"/>
                  </a:ext>
                </a:extLst>
              </p:cNvPr>
              <p:cNvSpPr txBox="1"/>
              <p:nvPr/>
            </p:nvSpPr>
            <p:spPr>
              <a:xfrm rot="20711148">
                <a:off x="8593588" y="2718342"/>
                <a:ext cx="371335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7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6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9590D42-34EA-8F48-96EA-F32288FD3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11148">
                <a:off x="8593588" y="2718342"/>
                <a:ext cx="371335" cy="1200329"/>
              </a:xfrm>
              <a:prstGeom prst="rect">
                <a:avLst/>
              </a:prstGeom>
              <a:blipFill>
                <a:blip r:embed="rId7"/>
                <a:stretch>
                  <a:fillRect r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246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8EC2B-C746-828A-B16C-17C37377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08B271EC-F86D-F74A-2D59-7FAA6537EB65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 rot="19823704">
                <a:off x="5703002" y="1848020"/>
                <a:ext cx="4309919" cy="976465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3−3</m:t>
                      </m:r>
                      <m:r>
                        <a:rPr lang="en-US" altLang="zh-CN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12=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08B271EC-F86D-F74A-2D59-7FAA6537E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 rot="19823704">
                <a:off x="5703002" y="1848020"/>
                <a:ext cx="4309919" cy="9764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6DCBDF-A052-B8A9-F80D-D913AEAE0433}"/>
                  </a:ext>
                </a:extLst>
              </p:cNvPr>
              <p:cNvSpPr txBox="1"/>
              <p:nvPr/>
            </p:nvSpPr>
            <p:spPr>
              <a:xfrm>
                <a:off x="149938" y="3072452"/>
                <a:ext cx="706729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18+(42−83)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6DCBDF-A052-B8A9-F80D-D913AEAE0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8" y="3072452"/>
                <a:ext cx="706729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2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9A8F-540D-4D58-6A3A-C576FB9D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3A91E0E-09FA-CA00-6D1B-BB625A179822}"/>
                  </a:ext>
                </a:extLst>
              </p:cNvPr>
              <p:cNvSpPr txBox="1"/>
              <p:nvPr/>
            </p:nvSpPr>
            <p:spPr>
              <a:xfrm rot="2022451">
                <a:off x="2970297" y="2814987"/>
                <a:ext cx="566405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US" altLang="zh-CN" sz="4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480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3A91E0E-09FA-CA00-6D1B-BB625A179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22451">
                <a:off x="2970297" y="2814987"/>
                <a:ext cx="5664057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E5D3B3-3A89-C462-7F98-863EB9766343}"/>
                  </a:ext>
                </a:extLst>
              </p:cNvPr>
              <p:cNvSpPr txBox="1"/>
              <p:nvPr/>
            </p:nvSpPr>
            <p:spPr>
              <a:xfrm>
                <a:off x="399837" y="1826132"/>
                <a:ext cx="493416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79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E5D3B3-3A89-C462-7F98-863EB9766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37" y="1826132"/>
                <a:ext cx="493416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DEAB1F-568E-5069-938F-576874931F1B}"/>
                  </a:ext>
                </a:extLst>
              </p:cNvPr>
              <p:cNvSpPr txBox="1"/>
              <p:nvPr/>
            </p:nvSpPr>
            <p:spPr>
              <a:xfrm rot="19450622">
                <a:off x="2403806" y="2756972"/>
                <a:ext cx="124206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14698=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DEAB1F-568E-5069-938F-576874931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50622">
                <a:off x="2403806" y="2756972"/>
                <a:ext cx="12420600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1BBC19D-384F-826E-F51F-9B4B85913259}"/>
                  </a:ext>
                </a:extLst>
              </p:cNvPr>
              <p:cNvSpPr txBox="1"/>
              <p:nvPr/>
            </p:nvSpPr>
            <p:spPr>
              <a:xfrm rot="2107453">
                <a:off x="-1442216" y="1410634"/>
                <a:ext cx="493416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altLang="zh-CN" sz="4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zh-CN" sz="48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1BBC19D-384F-826E-F51F-9B4B85913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7453">
                <a:off x="-1442216" y="1410634"/>
                <a:ext cx="493416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29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49</Words>
  <Application>Microsoft Office PowerPoint</Application>
  <PresentationFormat>宽屏</PresentationFormat>
  <Paragraphs>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Office 主题​​</vt:lpstr>
      <vt:lpstr>358+5-1098÷3×61+2= </vt:lpstr>
      <vt:lpstr>√((1+29)×4-6-(-14)×2+17÷5)+3=</vt:lpstr>
      <vt:lpstr>358+5-1098÷3×14+2= </vt:lpstr>
      <vt:lpstr>78+13-99÷3×61+4= </vt:lpstr>
      <vt:lpstr>3-3×12=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梓淇 蒋</dc:creator>
  <cp:lastModifiedBy>梓淇 蒋</cp:lastModifiedBy>
  <cp:revision>7</cp:revision>
  <dcterms:created xsi:type="dcterms:W3CDTF">2025-11-07T03:04:10Z</dcterms:created>
  <dcterms:modified xsi:type="dcterms:W3CDTF">2025-11-21T12:20:17Z</dcterms:modified>
</cp:coreProperties>
</file>