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58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18B85-08D6-08A7-849A-0DAAE2F98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65C79D-741B-13DD-C00D-3B05A2CBC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10980-6706-B71B-F61D-FE034475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D9B349-D751-0A7C-43A2-8E1B4B9F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13B89-18F7-8357-1AFE-4BB83C4B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11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7ECE5-AECE-D15F-DE1D-6587A733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BF836-D726-038D-0780-30CFF4F7C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6888D-6163-E184-B97A-2246F91F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1A877-3F01-5F00-65D5-CFA42E67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3C199-0939-C04B-A581-FFE3D6EA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89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301BB-43CA-AF87-5960-13F4B9CA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3DEB70-27A3-0190-681F-C29943F35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289593-5A51-2522-4520-7EF09BBD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1CB64-0AC7-77F1-5121-9C65A424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0A8DD-949E-FCC9-8BE9-02672AC2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35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D74D9-F1A8-5F4C-2C3C-803FE346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0F336C-60B6-328C-7F3F-D60C2998D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5A9AAE-2B31-95E3-ECDE-864FA43A4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EA744D-8FAD-6E35-5952-86B7359F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26A2A2-D5F4-456B-38CF-49A6B1733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5504A3-DAA8-BF54-AD60-8508A29B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92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7ACA1-5463-FFF1-3AE0-6CDC9E0C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F0E14E-A436-C7B0-3014-CEF179C5C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8A7509-1E7C-D5DD-B6BC-C242C8C60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AFD72E-D4CB-D074-9B10-10BB20EF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CC2726-EC58-4FB9-B6D0-C7B624393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AD3E57-3085-5C7B-6EB5-B95B08AC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41E331-0081-DC21-AF89-AA9C5F4F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33E1EB-9EC7-DC2C-F504-3768AA18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66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31E4D-0960-5C1A-83ED-5BF1B161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A74358-BE2B-CC33-B214-6A33D225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6A824F-52BF-B1F9-35D5-9215E1E1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8C03AC-1CB0-6C83-CA9B-24CACDE0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296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2FDE44-DBBC-8B28-C59D-279E05E7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C2BE2A-4F60-AABE-0041-AA90C938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85591-C71E-5DEC-F790-55A0A2CF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50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69308-FB57-D91A-3C61-3D2548B1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C25A1-FB0A-4067-0DE9-BC5F4879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ADB7C7-D909-2DB8-3707-47F9650CB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39A82E-6E6D-5463-F7DF-F611E77B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C5B820-D92C-47AD-F96D-F964E06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63DE2-F7A0-F41C-24E3-0997A2C8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14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36E83-841C-BD81-C7E9-03920582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A20855-042A-3565-6591-54F34DFD14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2D577F-CEB3-F9E1-D856-EF3F0954F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115A1F-BD99-3572-1CCD-F55821D9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FBBCEC-563C-9D6A-A562-885D4B31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0198C0-C016-36FF-839B-3D137F98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87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27E92-704F-681F-B9B5-30F830B2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D56807-5593-5264-45B5-EC90FCAB5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DA39C-57B4-9CCC-9476-E12C191D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569B8-2E2C-F905-4C76-8B7191AC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66CE9-EFCB-414A-7BCB-B7CCDB09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72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9F4AD2-96AE-5ECB-9429-1B249E5A7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7A1B5D-2A9D-7E8F-45A1-F3511FF2E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7FCBD-660A-4D00-EC43-D8377FD6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8D5A5-63D4-779A-05C1-532244D7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6C47A-4ED0-EB15-4B66-78C112F6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6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19CD78-5F5B-5BF0-041A-855606D7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E540C7-8CB9-8921-4A4E-63EC6A4C9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8DB09-C81C-A603-FB21-6FA9EE20F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28C57-6F86-A5AA-0035-CD3C438F7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63973-1E1F-A9B4-3685-A548EF9C6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89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00"/>
                    </a14:imgEffect>
                    <a14:imgEffect>
                      <a14:saturation sat="57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621F0FD-15F5-A414-7781-D745C34595CA}"/>
                  </a:ext>
                </a:extLst>
              </p:cNvPr>
              <p:cNvSpPr txBox="1"/>
              <p:nvPr/>
            </p:nvSpPr>
            <p:spPr>
              <a:xfrm>
                <a:off x="-533400" y="3520545"/>
                <a:ext cx="127254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20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sz="7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7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94</m:t>
                      </m:r>
                      <m:r>
                        <a:rPr lang="en-US" altLang="zh-CN" sz="7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sz="7200" i="1"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sz="7200" i="1">
                          <a:latin typeface="Cambria Math" panose="02040503050406030204" pitchFamily="18" charset="0"/>
                        </a:rPr>
                        <m:t>68=</m:t>
                      </m:r>
                    </m:oMath>
                  </m:oMathPara>
                </a14:m>
                <a:endParaRPr lang="zh-CN" altLang="zh-CN" sz="7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621F0FD-15F5-A414-7781-D745C3459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" y="3520545"/>
                <a:ext cx="12725400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79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F207B-ECB4-93A4-D3A5-52D8DADB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46EAB1E1-C849-97DB-3A82-A1C3A33FBC23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457774" y="5733906"/>
                <a:ext cx="11963400" cy="992663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18+(42−83)×3−3÷12=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46EAB1E1-C849-97DB-3A82-A1C3A33FB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457774" y="5733906"/>
                <a:ext cx="11963400" cy="9926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0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1947E-E1B5-7F5D-CF7B-A9B21EE8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384C442F-013D-3DB1-FE34-F173003E4262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238111" y="4928135"/>
                <a:ext cx="11856720" cy="120396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12+9×2</m:t>
                          </m:r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+18−9×(−2)=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384C442F-013D-3DB1-FE34-F173003E42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238111" y="4928135"/>
                <a:ext cx="11856720" cy="120396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24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8EC2B-C746-828A-B16C-17C37377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8B271EC-F86D-F74A-2D59-7FAA6537E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zh-CN" dirty="0"/>
            </a:br>
            <a:br>
              <a:rPr lang="zh-CN" altLang="zh-CN" dirty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6DCBDF-A052-B8A9-F80D-D913AEAE0433}"/>
                  </a:ext>
                </a:extLst>
              </p:cNvPr>
              <p:cNvSpPr txBox="1"/>
              <p:nvPr/>
            </p:nvSpPr>
            <p:spPr>
              <a:xfrm>
                <a:off x="-114300" y="3609833"/>
                <a:ext cx="12420600" cy="986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7782+</m:t>
                      </m:r>
                      <m:rad>
                        <m:radPr>
                          <m:degHide m:val="on"/>
                          <m:ctrlPr>
                            <a:rPr lang="zh-CN" altLang="zh-CN" sz="4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zh-CN" altLang="zh-CN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4800" i="1">
                                  <a:latin typeface="Cambria Math" panose="02040503050406030204" pitchFamily="18" charset="0"/>
                                </a:rPr>
                                <m:t>876−213</m:t>
                              </m:r>
                            </m:e>
                          </m:d>
                          <m:r>
                            <a:rPr lang="en-US" altLang="zh-CN" sz="4800" i="1">
                              <a:latin typeface="Cambria Math" panose="02040503050406030204" pitchFamily="18" charset="0"/>
                            </a:rPr>
                            <m:t>×53+6484169</m:t>
                          </m:r>
                        </m:e>
                      </m:rad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6DCBDF-A052-B8A9-F80D-D913AEAE0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300" y="3609833"/>
                <a:ext cx="12420600" cy="98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222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D853D-EC3F-E339-D0D3-5A3C9DBF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76368D9D-A22A-3C40-D2D6-2F4D32931C0F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-426720" y="868680"/>
                <a:ext cx="12740640" cy="185928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zh-CN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78+13−</m:t>
                              </m:r>
                              <m:r>
                                <a:rPr lang="en-US" altLang="zh-CN" sz="4400" b="0" i="1" smtClean="0">
                                  <a:latin typeface="Cambria Math" panose="02040503050406030204" pitchFamily="18" charset="0"/>
                                </a:rPr>
                                <m:t>81</m:t>
                              </m:r>
                            </m:e>
                          </m:rad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−15+6×3</m:t>
                          </m:r>
                        </m:e>
                      </m:d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18−18×3</m:t>
                          </m:r>
                        </m:e>
                      </m:d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zh-CN" altLang="zh-CN" sz="4400" dirty="0"/>
                </a:br>
                <a:endParaRPr lang="zh-CN" altLang="en-US" sz="4400" dirty="0"/>
              </a:p>
            </p:txBody>
          </p:sp>
        </mc:Choice>
        <mc:Fallback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76368D9D-A22A-3C40-D2D6-2F4D32931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-426720" y="868680"/>
                <a:ext cx="12740640" cy="185928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2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03770-054B-73A1-AEB8-2F2082014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E3305FA2-29D5-ED96-85C7-7D093AC3060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906780" y="3804602"/>
                <a:ext cx="10622280" cy="2573337"/>
              </a:xfrm>
            </p:spPr>
            <p:txBody>
              <a:bodyPr>
                <a:noAutofit/>
              </a:bodyPr>
              <a:lstStyle/>
              <a:p>
                <a:pPr/>
                <a:br>
                  <a:rPr lang="zh-CN" altLang="zh-CN" sz="6600" dirty="0"/>
                </a:br>
                <a:br>
                  <a:rPr lang="en-US" altLang="zh-CN" sz="6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zh-CN" sz="6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6600" i="1">
                              <a:latin typeface="Cambria Math" panose="02040503050406030204" pitchFamily="18" charset="0"/>
                            </a:rPr>
                            <m:t>78+13×61−99</m:t>
                          </m:r>
                        </m:e>
                      </m:d>
                      <m:r>
                        <a:rPr lang="en-US" altLang="zh-CN" sz="6600" i="1">
                          <a:latin typeface="Cambria Math" panose="02040503050406030204" pitchFamily="18" charset="0"/>
                        </a:rPr>
                        <m:t>÷3=</m:t>
                      </m:r>
                    </m:oMath>
                  </m:oMathPara>
                </a14:m>
                <a:br>
                  <a:rPr lang="en-US" altLang="zh-CN" sz="6600" dirty="0"/>
                </a:br>
                <a:br>
                  <a:rPr lang="zh-CN" altLang="zh-CN" sz="6600" dirty="0"/>
                </a:br>
                <a:endParaRPr lang="zh-CN" altLang="en-US" sz="6600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E3305FA2-29D5-ED96-85C7-7D093AC30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906780" y="3804602"/>
                <a:ext cx="10622280" cy="2573337"/>
              </a:xfrm>
              <a:blipFill>
                <a:blip r:embed="rId3"/>
                <a:stretch>
                  <a:fillRect t="-5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904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43</Words>
  <Application>Microsoft Office PowerPoint</Application>
  <PresentationFormat>宽屏</PresentationFormat>
  <Paragraphs>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18+(42-83)×3-3÷12=</vt:lpstr>
      <vt:lpstr>-√(12+9×2)+18-9×(-2)=</vt:lpstr>
      <vt:lpstr>  </vt:lpstr>
      <vt:lpstr>（√(78+13-81)-15+6×3）÷（18-18×3）= </vt:lpstr>
      <vt:lpstr>  （78+13×61-99）÷3=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梓淇 蒋</dc:creator>
  <cp:lastModifiedBy>梓淇 蒋</cp:lastModifiedBy>
  <cp:revision>3</cp:revision>
  <dcterms:created xsi:type="dcterms:W3CDTF">2025-11-07T03:04:10Z</dcterms:created>
  <dcterms:modified xsi:type="dcterms:W3CDTF">2025-11-21T12:26:35Z</dcterms:modified>
</cp:coreProperties>
</file>